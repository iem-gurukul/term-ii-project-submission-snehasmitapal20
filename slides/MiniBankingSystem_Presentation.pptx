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FE76-2121-D05C-F879-9087A3C3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Mini Banking System using Layered Architecture</a:t>
            </a:r>
            <a:endParaRPr lang="en-IN" sz="4000" dirty="0">
              <a:solidFill>
                <a:schemeClr val="accent2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46D184-FE71-26C1-8397-E3BE2D4EA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9C5671-0BF7-B3C6-12A4-34B5EE667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D7AE15B-5BD5-CAF3-F1B4-87151569B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7925" y="2789518"/>
            <a:ext cx="729719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32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statement:</a:t>
            </a:r>
            <a:endParaRPr kumimoji="0" lang="en-US" altLang="en-US" sz="3200" b="0" i="1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Simulation of core banking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Designed using OOP principles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32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 User: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Students / simulation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619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833A-332E-2823-CED3-BB070B2C5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380" y="1782698"/>
            <a:ext cx="7766936" cy="1646302"/>
          </a:xfrm>
        </p:spPr>
        <p:txBody>
          <a:bodyPr/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Title: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System </a:t>
            </a:r>
            <a:r>
              <a:rPr lang="en-IN" sz="40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Architecture</a:t>
            </a:r>
            <a:br>
              <a:rPr lang="en-US" sz="2000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E4E44-E34C-4179-05FD-9A8839B8A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48863"/>
            <a:ext cx="9216451" cy="3379659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Layered Architecture: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Presentation Layer → User interaction (Main.java) 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Service Layer → Business logic (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AccountService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Repository Layer → Data handling (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AccountRepository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Classes: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Account (base class) </a:t>
            </a:r>
          </a:p>
          <a:p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SavingsAccount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CheckingAccount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Package Structure: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model | service | repository | </a:t>
            </a:r>
            <a:r>
              <a:rPr lang="en-I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ui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N" dirty="0"/>
              <a:t>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8459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96A6-6A0D-AFCF-AA87-82B7F50B0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609" y="1157829"/>
            <a:ext cx="8596668" cy="1320800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Object-Oriented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0EC4CC-33F4-ECF2-FDDE-66BE47C0E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6272" y="2478629"/>
            <a:ext cx="779080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Encapsulation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→ Protects account balance using private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Inheritance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→ Savings &amp; Checking extend Account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Polymorphism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→ withdraw() behaves differently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Abstraction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→ Service layer hides internal logic </a:t>
            </a:r>
          </a:p>
        </p:txBody>
      </p:sp>
    </p:spTree>
    <p:extLst>
      <p:ext uri="{BB962C8B-B14F-4D97-AF65-F5344CB8AC3E}">
        <p14:creationId xmlns:p14="http://schemas.microsoft.com/office/powerpoint/2010/main" val="197083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E283-9FBC-B8FC-F4DF-CE4FC709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3FD04-BD23-262C-A5FF-712D7578B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264" y="2187094"/>
            <a:ext cx="8596668" cy="3880773"/>
          </a:xfrm>
        </p:spPr>
        <p:txBody>
          <a:bodyPr/>
          <a:lstStyle/>
          <a:p>
            <a:r>
              <a:rPr lang="en-I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Efficient Data Storage</a:t>
            </a:r>
            <a:b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→ HashMap used for fast access (O(1)) </a:t>
            </a:r>
          </a:p>
          <a:p>
            <a:r>
              <a:rPr lang="en-I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Separation of Concerns</a:t>
            </a:r>
            <a:b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→ Clear division between UI, logic, and data </a:t>
            </a:r>
          </a:p>
          <a:p>
            <a:r>
              <a:rPr lang="en-I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Input Validation</a:t>
            </a:r>
            <a:b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→ Prevents invalid transactions </a:t>
            </a:r>
          </a:p>
          <a:p>
            <a:r>
              <a:rPr lang="en-IN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Flexible Design</a:t>
            </a:r>
            <a:b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→ Easily extendable (GUI / Database)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75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811D-9F2B-FD44-0291-253F688D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596" y="768390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Bauhaus 93" panose="04030905020B02020C02" pitchFamily="82" charset="0"/>
                <a:ea typeface="ADLaM Display" panose="02010000000000000000" pitchFamily="2" charset="0"/>
                <a:cs typeface="ADLaM Display" panose="02010000000000000000" pitchFamily="2" charset="0"/>
              </a:rPr>
              <a:t>System Demonstration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9D05F8-A864-64E9-64CD-971B986758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119" y="1935302"/>
            <a:ext cx="6064417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Create new account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Deposit money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Withdraw amount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Error handling (insufficient balance)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Transfer funds </a:t>
            </a:r>
          </a:p>
        </p:txBody>
      </p:sp>
    </p:spTree>
    <p:extLst>
      <p:ext uri="{BB962C8B-B14F-4D97-AF65-F5344CB8AC3E}">
        <p14:creationId xmlns:p14="http://schemas.microsoft.com/office/powerpoint/2010/main" val="6794301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182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ADLaM Display</vt:lpstr>
      <vt:lpstr>Algerian</vt:lpstr>
      <vt:lpstr>Arial</vt:lpstr>
      <vt:lpstr>Bauhaus 93</vt:lpstr>
      <vt:lpstr>Trebuchet MS</vt:lpstr>
      <vt:lpstr>Wingdings 3</vt:lpstr>
      <vt:lpstr>Facet</vt:lpstr>
      <vt:lpstr>Mini Banking System using Layered Architecture</vt:lpstr>
      <vt:lpstr>Title: System Architecture  </vt:lpstr>
      <vt:lpstr>Object-Oriented Design</vt:lpstr>
      <vt:lpstr>Key Design Decisions</vt:lpstr>
      <vt:lpstr>System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Snehasmita Pal</dc:creator>
  <cp:lastModifiedBy>Snehasmita Pal</cp:lastModifiedBy>
  <cp:revision>1</cp:revision>
  <dcterms:created xsi:type="dcterms:W3CDTF">2026-03-26T13:45:15Z</dcterms:created>
  <dcterms:modified xsi:type="dcterms:W3CDTF">2026-03-26T14:14:08Z</dcterms:modified>
</cp:coreProperties>
</file>